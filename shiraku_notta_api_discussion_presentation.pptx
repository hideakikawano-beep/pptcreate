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908792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262626"/>
                </a:solidFill>
                <a:latin typeface="Noto Sans"/>
              </a:rPr>
              <a:t>Notta × SHIRAKU API連携
ディスカッションペーパー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83280"/>
            <a:ext cx="4572000" cy="36576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908792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06060"/>
                </a:solidFill>
                <a:latin typeface="Noto Sans"/>
              </a:rPr>
              <a:t>Archi-Record連携に向けた技術要件確認
2026年3月
※本資料はNotta API v0.4仕様書をベースに整合性確認済み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実現したい連携フロー（理想）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議事録動画 → Notta（AI処理）→ Archi-Record自動入力。ただしSTEP1〜3はAPI v1の制約あり（後述）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1｜動画の取り込み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【Pattern A】Zoom MeetingにNotta Botを招待
　→ Zoom参加者名を話者名に自動変換・高精度識別
　⚠️ Bot派遣APIはv1後半〜v2で検討中（v1では未提供）
【Pattern B】録画済み MP4/MP3 をアップロード
　→ 話者1・話者2として識別（後で名前を編集）
　⚠️ ファイルアップロードAPIもv1後半〜v2で検討中
【v1で確実に使えるもの】
　Nottaアプリ（Web/モバイル）で録音・アップロード済みのノートに
　APIでアクセスしてデータ取得する形が v1 の現実的な経路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2｜NottaのAPI出力データ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✅ 音声解析・文字起こし（セグメント単位）
✅ 話者識別（speaker id/name）
✅ タイムスタンプ（start/end を秒単位floatで付与）
✅ AI要約（テキスト形式）
⚠️ 「質疑応答をQ&amp;Aペアとして構造化」する機能は
　 API v0.4仕様に記載なし → Notta内部で要確認
⚠️ スクリーンショット取得・CDNアップロード機能も
　 API v0.4仕様に記載なし → Notta内部で要確認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3｜Archi-Recordへのデータ連携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【Webhookの役割】
　文字起こし/要約の完了を通知（note_id + metadata を含む）
　→ フルデータ（transcript全文）は含まれない
【pull型フロー（API仕様に整合）】
　① NottaがWebhook（transcript.completed）を送信
　② Archi-RecordがWebhookを受信
　③ Archi-RecordがNotta APIを呼び出し
　   GET /v1/notes/{id}/transcript でデータ取得
　④ Archi-Record側でデータを整形・登録
→ 「NottaがArchi-Recordに全データをPOST」
　 ではなく「Archi-RecordがNottaからpull取得」が現実的な設計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4｜チェックリストへの自動入力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Archi-RecordのCheck Listに
各発言・Q&amp;Aが1行ずつ自動追加：
　□ 質問内容 ／ 質問者
　□ 回答内容 ／ 回答者
※Q&amp;A構造化がNotta側で提供されない場合：
　Archi-Record側でtranscriptセグメントを
　LLM等で処理してQ&amp;Aペアに変換する実装が必要
→ どちら側で処理するか方針確定が先決事項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Notta API v1 スコープ整理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v1で確実に使えるものとv1後半〜v2検討中のものを明確に区別して開発計画を立てる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✅ v1で提供される機能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• ノート一覧・詳細取得（フィルタ・ページネーション）
• 文字起こし取得（セグメント：話者/タイムスタンプ/テキスト）
• AI要約取得
• メタデータ読み書き（外部システムIDとの紐づけ）
• Webhook通知
  - transcript.completed / transcript.failed
  - summary.completed / summary.failed
• APIキー認証（ワークスペース単位で発行）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⚠️ v1後半〜v2で検討中（現時点で未提供）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• Bot派遣API（Zoom等への自動参加）
• ファイルアップロードAPI（MP4/MP3等）
• 音声ファイルダウンロード
• ワークスペース管理（メンバー追加/削除）
• APIキーのアクセス範囲細分化
  （ユーザー/グループ/フォルダ単位）
⚠️ v0.4で未確定の事項
• プライベートノートへのアクセス権限モデル
• Q&amp;A構造化エンジン
• スクリーンショット取得・CDN機能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PoCで現実的に使えるv1の経路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Nottaアプリで録音済み（またはアップロード済み）のノートに対して：
① Webアプリ / モバイルで録音・ファイルアップロード
② 文字起こし・要約が完了したらWebhookで通知
③ Archi-RecordがNotta APIでtranscriptをpull取得
④ Archi-Record側でデータ整形 → チェックリスト自動入力
→ STEP1の自動化（Botやファイルアップロードの完全自動化）は
　 v2以降。PoCではNotta手動操作 + API取得の構成が現実的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メタデータによるノート↔プロジェクトの紐づけ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API仕様の中核機能：メタデータ（key-value）
【仕組み】
　Nottaのノートに archi_record_project_id を付与：
　PATCH /v1/notes/{id}/metadata
　{ "archi_record_project_id": "proj-xxx" }
【効果】
　Webhookペイロードにmetadataが含まれるため
　Archi-Recordは受信時点で「どのプロジェクトに
　紐づけるか」を即座に特定できる
→ UIでプロジェクト選択 → Notta側にmetadataを書き込む
　 という設計がAPI仕様に最も整合する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Nottaが取得できるデータ仕様（v1実態）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NottaはQ&amp;A構造化済みJSONではなく生セグメントデータを返す。Q&amp;A変換はArchi-Record側 or Notta追加実装で対応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Notta APIが実際に返すデータ（transcript）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GET /v1/notes/{id}/transcript のレスポンス：
{
  "note_id": "550e8400-...",
  "language": "ja",
  "segments": [
    {
      "id": "seg-001",
      "speaker": { "id": "spk-001", "name": "田中太郎" },
      "start": 0.0,
      "end": 5.2,
      "text": "それでは本日のミーティングを始めます。"
    }
  ],
  "has_more": true,
  "next_cursor": "..."
}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理想のJSON（Q&amp;Aペア）との差分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【理想（PPT v1時点の記載）】
{
  "question"   : "○○の仕様はどうなりますか？",
  "questioner" : "田中太郎",
  "answer"     : "○○については△△の方針で...",
  "answerer"   : "鈴木一郎",
  "screenshots": ["https://cdn.notta.ai/..."],
  "timestamp"  : "00:12:34"
}
⚠️ 差分：
  • Q/A構造化 → Notta API v1に存在しない
  • screenshots → Notta API v1に存在しない
  • 上記2点はいずれかの側での追加実装が必要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Webhookペイロード（実際の仕様）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transcript.completed 時のWebhookペイロード：
{
  "event": "transcript.completed",
  "timestamp": "2026-03-17T10:05:00Z",
  "delivery_id": "dlv_7f3a1b2c...",
  "data": {
    "note_id": "550e8400-...",
    "title": "〇〇社 現場確認会議",
    "source": "zoom",
    "duration": 1800,
    "metadata": {
      "archi_record_project_id": "proj-xxx"
    }
  }
}
→ フルtranscriptは含まれない（通知のみ）
　 Archi-Record側で別途APIコールが必要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Webhook仕様（正確な値）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【署名】HMAC-SHA256（X-Notta-Signatureヘッダー）
【重複排除】X-Notta-Delivery-Id で冪等性担保
【リプレイ対策】X-Notta-Timestamp（5分以内のみ受理）
【リトライポリシー（API仕様の正確な値）】
　1回目：5分後
　2回目：30分後
　3回目：2時間後
　4回目（最終）：24時間後
　タイムアウト：10秒
※PPT旧版の「最大3回・指数バックオフ」は誤り → 上記に修正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SHIRAKUへ確認したいこと ― 技術・仕様編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アーキテクチャ方針・受信API仕様・スクリーンショット・話者マッピングの4点が開発着手の前提確認事項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確認① 連携アーキテクチャの方針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【pull型】Archi-RecordがNotta APIを呼び出してデータ取得
　→ API仕様に整合。Archi-Record側に実装コスト
【push型】NottaがArchi-RecordのエンドポイントにPOST
　→ API仕様に定義なし（追加実装が必要）
→ どちらのアーキテクチャで進めるか確認したい
　※pull型の場合：ArchiRecord側でNotta APIキーを保持し
　  GET /v1/notes/{id}/transcript を呼び出す実装が必要
関連：メタデータ（archi_record_project_id）による
ノート↔プロジェクト紐づけ方式に合意いただけるか？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確認② Archi-Record受信API仕様（push型の場合）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• REST API（POST）かWebhookか？
• エンドポイントURL・認証方式は？
   （Bearer Token / HMAC署名 / APIキー）
• レスポンスコード定義（200/400/409等）
• OpenAPI仕様書・Postmanコレクション
  があれば共有をお願いしたい
※pull型を採用する場合は確認不要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確認③ スクリーンショット機能の要件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現状：Notta API v1にスクリーンショット機能は存在しない
→ SHIRAKUへの確認事項：
• スクリーンショットは必須要件か？（PoC時点でも必要か）
• 必須の場合、どちら側で実装するか検討したい
   A) Notta側に追加実装を要望（v2以降の検討項目）
   B) Archi-Record側でZoom録画から独自にフレーム抽出
   C) スクリーンショットなしでPoC開始し、後工程で追加
• 仮に提供できる場合の技術仕様：
   対応フォーマット（JPEG/PNG/WebP）
   1ファイルあたりサイズ上限
   1会議あたりの想定枚数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確認④ 話者名マッピング仕様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Pattern A（Notta Bot）の場合：
　Zoom表示名 → Archi-Recordメンバー名
　に自動マッピングするための
　メンバーリスト取得APIはあるか？
Pattern B（MP4/MP3）の場合：
　「話者1・話者2」→ 名前編集後に
　Archi-Recordへ反映するフローは？
補足：Pattern A・Bどちらも v1後半〜v2予定。
→ PoCスコープと合わせて優先度を確認したい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SHIRAKUへ確認したいこと ― 業務・スケジュール編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v1制約を踏まえた現実的なPoCスコープの合意が最優先。Bot/UploadAPIなしでの検証設計が必要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確認⑤ PoCスコープ（v1制約を踏まえて）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v1の現実的な構成：
　Nottaアプリで録音/アップロード（手動）
　→ API経由でtranscript取得 → 自動入力
確認したい点：
• 上記構成でもPoCとして成立するか？
• 対象会議の種類・件数・参加者数上限
• テスト対象のチェックリストテンプレート種類
• 1会議あたりのQ&amp;Aペア平均件数の想定
• PoC開始に向けたサンドボックス環境の提供は可能か？
• Bot派遣やFile Upload APIが揃う前に
  PoCを開始する場合のリスク許容度は？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確認⑥ 自動入力の精度目標・承認フロー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• Q&amp;A抽出・チェックリスト入力の
  精度目標は？（例：適合率80%以上）
• 誤入力時の修正フローは？
   A) ユーザーが手動修正
   B) Nottaへ再送信を要求
• 人間承認ステップは必要か？
   → 確認後自動反映 / 即時反映？
• Q&amp;A構造化をNottaが提供しない場合、
  Archi-Record側のLLM処理コスト・精度は
  受け入れ可能か？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確認⑦ マイルストーン・スケジュール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【M1】アーキテクチャ方針・JSONスキーマ合意
　　　（Q&amp;A構造化 / スクリーンショットの担当整理含む）
【M2】認証・メタデータ紐づけ実装完了
　　　（APIキー発行 + archi_record_project_id連携）
【M3】Webhook受信 + transcript pull取得 完了
【M4】Q&amp;A変換 + チェックリスト自動入力 完了
【M5】結合テスト・E2E検証
【M6】PoC本番開始・評価
→ 各マイルストーンの目標日を確定したい
　※BotAPI/FileUploadAPIの提供時期が確定次第
　 M1〜M3を見直す可能性あり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確認⑧ 体制・契約・窓口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• 技術担当 / ビジネス担当の連絡先
• 仕様変更の受付フロー
  （Notion / GitHub / メール等）
• データ利用・NDA・DPA締結の要否
  ※transcriptデータ（発言録）・参加者情報は
  　個人情報に該当する可能性があり確認が必要
• 定期MTGの頻度・初回キックオフ日程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