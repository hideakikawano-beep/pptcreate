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1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908792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262626"/>
                </a:solidFill>
                <a:latin typeface="Noto Sans"/>
              </a:rPr>
              <a:t>Notta × SHIRAKU API連携
ディスカッションペーパー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383280"/>
            <a:ext cx="4572000" cy="36576"/>
          </a:xfrm>
          <a:prstGeom prst="rect">
            <a:avLst/>
          </a:prstGeom>
          <a:solidFill>
            <a:srgbClr val="21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520440"/>
            <a:ext cx="10908792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606060"/>
                </a:solidFill>
                <a:latin typeface="Noto Sans"/>
              </a:rPr>
              <a:t>Archi-Record連携に向けた技術要件確認
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実現したい連携フロー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議事録動画 → Notta（AI処理）→ JSON自動送信 → Archi-Recordチェックリストに自動入力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STEP 1｜動画の取り込み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【Pattern A】Zoom MeetingにNotta Botを招待
　→ Zoom参加者名を話者名に自動変換・高精度識別
【Pattern B】録画済み MP4/MP3 をアップロード
　→ 話者1・話者2として識別（後で名前を編集）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STEP 2｜Nottaで議事録を自動生成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① 音声解析・文字起こし
② 話者識別（スピーカー分離）
③ 質疑応答をQ&amp;Aペアとして構造化
④ タイムスタンプを各発言に付与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STEP 3｜JSON形式でArchi-Recordへ自動送信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1レコード＝Q&amp;Aペア1組
　• 質問内容 / 質問者
　• 回答 / 回答者
　• スクリーンショット（候補3-5枚）
　• タイムスタンプ
議事録確定 → Webhook POSTで自動配信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STEP 4｜チェックリストへ自動入力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Archi-RecordのCheck Listに
各Q&amp;Aペアが1行ずつ自動追加：
　□ 質問内容 ／ 質問者
　□ 回答内容 ／ 回答者
　📷 スクリーンショット（添付）
→ 手動転記ゼロ・ミス防止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送受信するJSONデータの仕様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1レコード＝Q&amp;Aペア1組。5フィールド＋タイムスタンプで構成。スクリーンショットは基本1枚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JSONフィールド構成（1レコード）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{
  "question"     : "質問の内容テキスト",
  "questioner"   : "質問者の名前",
  "answer"       : "回答の内容テキスト",
  "answerer"     : "回答者の名前",
  "screenshots"  : ["url1", "url2", ...],
  "timestamp"    : "00:12:34"
}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スクリーンショットの取得方針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【取得タイミング】
　質問者の発話開始タイムスタンプ起点
　→ 10秒ごとに1枚ずつキャプチャ
【枚数】基本1枚でOK（3-5枚候補から選択）
【動画ファイル】処理後は保存不要
　→ ストレージ節約・プライバシー配慮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Pattern A vs B　話者識別精度比較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【Pattern A】Notta Bot（Zoom参加）
　◎ Zoom表示名 → 話者名を自動変換
　◎ 高精度な話者識別
　→ 推奨シナリオ
【Pattern B】MP4/MP3 アップロード
　△ 「話者1・話者2」で識別
　→ 名前の後付け編集が必要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NottaのUIでの連携イメージ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「連携とアプリ」→「すべての連携サービス」
　→ Archi-Recordが一覧に追加される
　（Slack・Salesforceと同列のUI）
オートメーション設定で：
　アクション → 「Archi-Recordに送信」
　オプション → 「プロジェクトを選択」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Notta API開発で考慮すべき4テーマ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「OAuth設計」「Q&amp;A抽出」「スクリーンショット取得」「Webhook配信」がNotta側の主要開発項目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① OAuth認証フロー設計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Archi-RecordはGoogle SSO採用
→ Slack型OAuthとの差分設計が必要
検討アプローチ：
　A) Archi-RecordがNotta向けに
　   OAuth 2.0クライアントを発行
　B) Google IDトークンを転送して連携
※どちらが実現可能かをSHIRAKUと確認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② Q&amp;A構造化エンジン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発話テキストから「質問」「回答」を自動抽出
【LLMアプローチ】高精度・コスト高
　→ 文脈を理解して判定
【ルールベース】高速・低コスト
　→ 疑問符・助詞・話者交替で判定
建築専門用語への対応も検討が必要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③ スクリーンショット取得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【取得フロー】
　① Zoom録画 or MP4ファイル取得
　② タイムスタンプ指定でフレーム抽出
　   （ffmpeg等で処理）
　③ Notta CDNにアップロード → URL生成
　④ 動画ファイルを処理後に削除
映り込みの法的対応も確認が必要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④ Webhook / JSON配信設計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【送信タイミング】議事録確定時に自動POST
設計上の考慮点：
　• 冪等性（二重送信防止）
　• リトライ（最大3回・指数バックオフ）
　• 送信ログの保持
スクリーンショットの送信形式：
　URLリンク or Base64？→ SHIRAKU確認要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SHIRAKUへ確認したいこと ― 技術・仕様編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API仕様・OAuth・スクリーンショット技術仕様・話者マッピングの4点を先に確定することが開発着手の前提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確認① Archi-Record受信API仕様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• REST API（POST）かWebhookか？
• エンドポイントURL・認証方式は？
   （Bearer Token / HMAC署名 / APIキー）
• レスポンスコード定義（200/400/409等）
• OpenAPI仕様書・Postmanコレクション
  があれば共有をお願いしたい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確認② OAuth認証方式の詳細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• Notta向けにOAuth 2.0クライアントID
  を発行できるか？
• 既存Slack連携のOAuthフロー・
  シーケンス図を共有いただけるか？
• Google IDトークン転送方式は
  採用可能か？
→ 認証設計の最重要確認事項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確認③ スクリーンショット技術仕様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• Attach機能の対応フォーマット？
  （JPEG / PNG / WebP）
• 1ファイルあたりサイズ上限は？
• 最終的に何枚送信すればよい？
  （現資料：基本1枚 / 候補3-5枚）
• Notta側で枚数選択UIを提供するか
  Archi-Record側で自動選択するか？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確認④ 話者名マッピング仕様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Pattern A（Notta Bot）の場合：
　Zoom表示名 → Archi-Recordメンバー名
　に自動マッピングするための
　メンバーリスト取得APIはあるか？
Pattern B（MP4/MP3）の場合：
　「話者1・話者2」→ 名前編集後に
　Archi-Recordへ反映するフローは？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180FF"/>
                </a:solidFill>
                <a:latin typeface="Noto Sans"/>
              </a:rPr>
              <a:t>SHIRAKUへ確認したいこと ― 業務・スケジュール編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91672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82980"/>
            <a:ext cx="11091672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62626"/>
                </a:solidFill>
                <a:latin typeface="Noto Sans"/>
              </a:rPr>
              <a:t>PoCスコープと成功KPIの早期合意で、両社の開発リソースを適切に配置する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確認⑤ PoCスコープ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• 対象会議の種類・件数・参加者数上限
• Pattern A / B どちらを先行検証？
• テスト対象のチェックリスト
  テンプレート種類は？
• 1会議あたりのQ&amp;Aペア平均件数は？
• PoC開始に向けたサンドボックス環境は
  提供可能か？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6772" y="1897380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1364" y="2061972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確認⑥ 自動入力の精度目標・承認フロー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1364" y="2446020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• Q&amp;A抽出・チェックリスト入力の
  精度目標は？（例：適合率80%以上）
• 誤入力時の修正フローは？
   A) ユーザーが手動修正
   B) Nottaへ再送信を要求
• 人間承認ステップは必要か？
   → 確認後自動反映 / 即時反映？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確認⑦ マイルストーン・スケジュール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【M1】API仕様・JSONスキーマ合意
【M2】OAuth認証フロー実装完了
【M3】Q&amp;A構造化 + スクショ取得完了
【M4】結合テスト・E2E検証
【M5】PoC本番開始・評価
→ 各マイルストーンの目標日を確定したい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4299966"/>
            <a:ext cx="5463540" cy="223799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4464558"/>
            <a:ext cx="513435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180FF"/>
                </a:solidFill>
                <a:latin typeface="Noto Sans"/>
              </a:rPr>
              <a:t>確認⑧ 体制・契約・窓口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4848606"/>
            <a:ext cx="5134356" cy="15247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62626"/>
                </a:solidFill>
                <a:latin typeface="Noto Sans"/>
              </a:rPr>
              <a:t>• 技術担当 / ビジネス担当の連絡先
• 仕様変更の受付フロー
  （Notion / GitHub / メール等）
• データ利用・NDA・DPA締結の要否
  ※映像・発言者情報の個人情報扱い
• 定期MTGの頻度・初回キックオフ日程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