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40分のセッション。前半15分: 河野（セキュア基盤）、後半15分: 華（LLM業務自動化デモ）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Nottaの基本機能を3分で説明。利用シーンのフロー図（Web会議→文字起こし→要約→共有）を見せながら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業界別のセキュリティ要件を比較表で示す。2分で説明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AWSアイコンを使ったインフラ構成図を表示しながら説明。3分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データフロー図を使ってステップバイステップで説明。3分。メモリバッファ処理の安全性を強調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VPC構成のアーキテクチャ図を表示。左: オンプレ→DC/VPN→VPC、中央: プライベートサブネット、右: Bedrock/S3。3分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エンタープライズ導入の全体イメージ図: お客様IT基盤→Notta→AWS日本国内DC。2分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入力→Notta処理→出力の3レイヤーフロー図を表示。2分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前半の振り返り（セキュア基盤の実現）から、次のステップ「活用」へ。華パート開始。2分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6層構成のアーキテクチャ図をAWSサービスアイコンで表示。3分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処理フロー図: Notta→文字起こし→Agent→推論→Lambda実行→結果統合。3分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デモ画面のモックアップを表示。1分で説明後、ライブデモへ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5分のデモ実演。事前収録動画のバックアップあり。会場Wi-Fi＋モバイルテザリングをバックアップ回線として準備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3つのポイントを強調。2分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業界別4象限図。2分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5つのKey Takeawaysを1つずつ簡潔に振り返る。2分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QRコード表示。NottaロゴとQRコードを大きく配置。ブース番号を目立たせる。1分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90879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62626"/>
                </a:solidFill>
                <a:latin typeface="Noto Sans"/>
              </a:rPr>
              <a:t>セキュアクラウド環境での音声基盤を提供するNotta
― 次なる業務効率化の進化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4572000" cy="36576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90879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06060"/>
                </a:solidFill>
                <a:latin typeface="Noto Sans"/>
              </a:rPr>
              <a:t>AWS Summit Japan 2026 パートナーセッション
河野 秀彰（FTC）/ 華 逸東（FDE）
2026年6月25日〜26日 | 幕張メッセ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本日のアジェンダ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セキュアな音声基盤構築から、LLM×音声による業務自動化の実践まで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1. Notta サービス紹介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AI文字起こし・要約プラットフォームの概要と導入実績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2. セキュリティ要件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エンタープライズが求める音声基盤のセキュリティ要件を解説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3. セキュアアーキテクチャ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AWS VPC + PrivateLink を活用したセキュア音声基盤の設計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4. LLM × 音声の業務自動化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Bedrock Agents × Notta で実現するライブデモと今後の展望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Notta ― AI文字起こし・要約プラットフォーム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104言語対応のリアルタイム文字起こしと、SOC 2 / ISO 27001 / HIPAA 認証取得のセキュリティ基盤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リアルタイム文字起こし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104言語対応。Web会議Bot自動入室（Zoom / Teams / Google Meet / Webex）で手間なく記録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AI要約・翻訳自動生成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会議終了後に自動でサマリー生成。多言語翻訳にも対応し、グローバルチームの情報共有を効率化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マルチプラットフォーム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Web / モバイルアプリ / Chrome拡張 / API。あらゆる利用シーンに対応した柔軟な提供形態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セキュリティ認証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SOC 2 Type II / ISO 27001 / HIPAA 取得済み。エンタープライズ水準のコンプライアンスに対応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なぜ音声基盤にセキュリティが求められるのか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音声データ活用の加速とセキュリティ要求の高まり ― 「便利さ」と「安全性」の両立が課題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音声データ活用の加速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ハイブリッドワーク定着でWeb会議が増加。議事録・商談記録のデジタル化とAI活用による意思決定高速化が進む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金融・官公庁の要求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金融機関: FISC安全対策基準
官公庁: 政府統一基準群（ISMAP）
グローバル基準への準拠が必須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医療・一般企業の要求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医療機関: HIPAA準拠
一般企業: 社内情報の外部流出リスク対策
データ主権の確保が重要テーマに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AWS上に構築されたNottaのセキュアインフラ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東京リージョン・N+1冗長構成・SLA 99% ― AES128二次暗号化とKMS鍵管理による多層防御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データ保管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音声・録画: Amazon S3（SSE暗号化）
構造化データ: Amazon Aurora
暗号鍵管理: AWS KMS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通信の暗号化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HTTPS/TLS トランスポート暗号化
AES128 二次暗号化
パスワード: scram-sha-256 ハッシュ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冗長構成・バックアップ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コンピューティング: N+1冗長構成
バックアップ: RPO 1日前 / 半年間保存 / 35世代
SLA 99%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東京リージョン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AWS 東京リージョン（国内データセンター）でのデータ保管。日本のデータ主権要件に対応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メモリバッファ処理 ― エンジン側にデータは残らない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音声認識はメモリバッファ処理で即削除。AWS Bedrock経由のAI要約もデータ学習・保管なし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1-2: 音声入力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利用者が録音 or Web会議URLを入力
音声データをSSL/TLS経由で音声認識エンジンに送信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3-4: 文字起こし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音声認識エンジンにてメモリバッファ処理→即削除
文字起こしテキストをお客様S3領域に保存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5-6: AI要約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AWS Bedrock（Claude）経由で要約処理
データ学習・保管は一切なし
生成された要約ファイルをS3に保存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AI学習制御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「AI学習なし」（エンタープライズ推奨）: データ完全非保持
「AI学習あり」: 一部ランダム学習（選択可能）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Amazon VPC + PrivateLink によるセキュアな音声基盤アーキテクチャ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パブリックインターネットを経由しない閉域網設計 ― VPCエンドポイント + 多層防御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閉域網接続の設計思想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パブリックインターネットを経由しないデータ通信
AWS PrivateLink を活用した VPC エンドポイント構成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VPC構成要素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プライベートサブネット構成
VPCエンドポイント: bedrock-runtime
Direct Connect / VPN 経由のオンプレ接続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多層防御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セキュリティグループ + NACLs
IAMエンドポイントポリシーによるアクセス制御
プライベートDNS有効化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Bedrock AgentCore VPC対応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Runtime / Browser / Code Interpreter のVPC接続
東京リージョン対応済み
エンタープライズ向け閉域実行環境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多層的なセキュリティ ― SSO / IP制限 / 監査ログ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既存IT基盤との統合と、きめ細かなアクセス制御で、エンタープライズのセキュリティ要件に対応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SSO連携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SAML SSO 対応（Entra ID / Okta / OneLogin）
既存IdPとの統合によるアカウント管理一元化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IPアドレス制限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指定グローバルIPからのアクセスのみ許可
VPN接続でリモートワーク対応
エンタープライズ: 最大1,000個のIP登録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管理・監査機能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操作ログ・監査ログ（ログイン / ノート操作 / DL履歴）
外部共有制御 / 権限管理 / 利用状況レポート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入力から出力まで ― シームレスなデータ活用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会議プラットフォームからCRM・ドキュメントまで、収録→要約→外部送信を完全自動化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入力連携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Zoom / Teams / Google Meet / Webex
Notta Botが自動入室し文字起こし・録画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スケジュール連携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Google カレンダー / Outlook カレンダー
予定会議にBotを自動派遣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出力先連携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CRM: Salesforce / HubSpot
ドキュメント: Google Docs / Notion
ストレージ: Google Drive
通知: Slack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自動化ルール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収録完了→AI要約自動生成→外部サービスへ自動送信
Zapier経由でさらに拡張可能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音声を起点とした次世代業務自動化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「会議で話すだけで業務が動き出す」― LLMの進化がもたらす新しいワークフロー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Before（従来）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会議→メモ取り→手動でタスク登録→手動でレポート作成
多くの手作業と時間ロスが発生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After（Notta + LLM）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会議→Notta自動文字起こし→LLMが分析→タスク自動生成+レポート自動作成
人手ゼロで業務が動く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Amazon Bedrock Agents × Notta で構築する業務自動化基盤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6層アーキテクチャ ― 音声入力からAI処理・実行・データ・接続・監視まで一気通貫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音声入力層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Notta（文字起こし + 要約）
会議音声をテキスト化して次の層へ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AI処理層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Amazon Bedrock Agents（Claude）
自律的推論と多段階アクション実行
Knowledge BasesによるRAG検索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実行層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AWS Lambda: ツール関数（タスク生成/レポート作成等）
AWS Step Functions: 多段階ワークフロー編排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データ・接続・監視層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S3 / DynamoDB（データ層）
API Gateway / SQS（接続層）
CloudWatch（監視層）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Amazon Bedrock Agents ― 自律的なタスク実行の仕組み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ReAct パターンで指示を理解→計画立案→ツール実行→結果返却を自律的に実行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Agent指示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会議音声データから業務タスクを特定し自動実行する
ReAct（Reasoning + Acting）パターンによる自律的推論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Action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タスク生成ツール（Lambda）: ToDoリスト自動作成
レポート生成ツール: 議事録→定型レポート
通知ツール: Slack / メール自動通知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過去の会議記録・社内ドキュメント
RAG検索で関連情報を参照
Agentの判断精度を向上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セキュリティ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VPC内での閉域実行
カレンダー登録ツール: 次回会議の自動スケジュール
IAMによる最小権限アクセス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ライブデモ ― 「会議から業務が自動で動き出す」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模擬会議の文字起こしから、タスク登録・議事録生成・Slack通知・次回日程提案まで自動実行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1: 音声入力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Notta で模擬会議の音声を文字起こし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2: Agent分析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文字起こし結果をBedrock Agentに入力
Agentが会議内容を自動分析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3: 自動実行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アクションアイテム抽出→タスク自動登録
議事録サマリー自動生成
関係者へSlack自動通知
次回会議日程の提案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[ライブデモ] 音声起点の業務自動化Agent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Notta音声入力 → Bedrock Agent推論 → Lambda実行 ― セキュアVPC環境でのリアルタイムデモ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デモポイント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Notta音声入力の精度
Agentの推論過程の可視化
各ツール実行結果のリアルタイム表示
セキュア環境（VPC内）での実行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使用AWSサービス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Bedrock Agents / Lambda / Step Functions
S3 / DynamoDB / API Gateway
SQS / CloudWatch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デモで見たアーキテクチャのポイント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セキュリティ・スケーラビリティ・拡張性 ― 3つの柱で実現するエンタープライズ業務自動化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セキュリティと利便性の両立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VPC + PrivateLink による閉域処理
データは日本国内AWSリージョンに保管
AI学習なし設定でデータ非保持を実現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スケーラビリティ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Lambda によるサーバーレス実行
Step Functions による複雑なワークフロー管理
SQS による非同期処理の安定性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拡張性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新しいツール（Action Group）の追加が容易
Knowledge Base の拡充でAgent精度向上
外部SaaS連携（Salesforce, HubSpot等）への展開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業界別ユースケースと展開可能性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金融・官公庁・製造・医療 ― 各業界固有のセキュリティ要件に対応した音声DXを実現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金融機関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コンプライアンス対応の会議記録管理
閉域網内での音声データ処理
監査ログの自動保存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官公庁・自治体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議会・審議会の議事録自動作成
ISMAP対応のセキュア環境
多言語対応（外国人住民対応）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製造業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設計レビュー会議の知識ベース化
品質会議からの不具合管理自動化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医療機関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HIPAA準拠の医療カンファレンス記録
患者情報を含む音声データのセキュア処理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まとめ ― セキュアな音声基盤と業務自動化の融合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セキュア基盤 × LLM自動化 × エンタープライズ管理 ― Notta + AWS で音声DXの未来を実現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1. セキュア音声基盤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AWS VPC + PrivateLink + KMS で閉域音声処理を実現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2. データ主権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日本国内DCでのデータ保管、AI学習なし設定でデータ非保持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99104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663696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3. エンタープライズ管理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47744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SSO / IP制限 / 監査ログによる多層防御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3499104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3663696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4. 業務自動化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047744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Bedrock Agents × Notta で「会議から業務が動く」を実現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00828"/>
            <a:ext cx="5463540" cy="14371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265420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5. 拡張性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649468"/>
            <a:ext cx="5134356" cy="7239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既存の業務ツール・SaaSとのシームレスな連携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Notta で始めるセキュアな音声DX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エンタープライズプランで、セキュアな音声基盤と業務自動化をすぐに始められます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エンタープライズプラン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VPC接続 / SSO / IP制限 / 監査ログ
すべてのセキュリティ機能をフル活用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ブース・個別相談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展示ブースへぜひお越しください
個別デモ・導入相談を承ります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お問い合わせ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Notta公式サイト: notta.ai
資料ダウンロード・お問い合わせフォーム
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