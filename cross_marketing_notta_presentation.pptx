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冒頭で議論の全体像を共有し、資料の読み方を説明する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CMGが自ら認識している事業シュリンクリスクを客観的に示す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CMGの中期経営計画「マーケティングDX」と直結していることを強調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クライアント側の課題として、CMG経由でエンドユーザー企業の痛みポイントを示す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フロー図を別途用意して視覚的に説明できると効果的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セグメント比率はCMGの岡崎様発言（85%：15%）をそのまま引用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後戻りできない大規模開発を避け、スモールスタートで検証する方針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双方にとっての戦略的意義を対等に示すことで協業モチベーションを高める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予算感（数百万円規模）はCMG岡崎様の言及に基づく。次回MTGで具体化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アクションオーナーと期限を明確にして次回MTGで進捗確認できるようにする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1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908792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262626"/>
                </a:solidFill>
                <a:latin typeface="Noto Sans"/>
              </a:rPr>
              <a:t>Notta × クロスマーケティンググループ
協業提案書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383280"/>
            <a:ext cx="4572000" cy="36576"/>
          </a:xfrm>
          <a:prstGeom prst="rect">
            <a:avLst/>
          </a:prstGeom>
          <a:solidFill>
            <a:srgbClr val="21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10908792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606060"/>
                </a:solidFill>
                <a:latin typeface="Noto Sans"/>
              </a:rPr>
              <a:t>音声データ起点の次世代リサーチプラットフォーム構想
2026年3月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本日の議論サマリー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50分の議論を通じ、音声データを起点とした「リサーチ自動化フロー」の方向性が合致。次回PoC設計へ進む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課題認識の一致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CMGの調査業務における人手依存・属人化・長いリードタイムについて認識が共有された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協業スコープの絞り込み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「会議音声 → 調査設計AI → アンケート配信」のフロー連携をミニマムスコープとして合意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インターフェース方針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NottaのUI/UXをそのままクライアントに提供し、データ連携はAPI経由で行うモデルに合意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次のアクション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4月頭に両社プロダクトのデモ・要件整理MTGを設定。PoC予算感も含めて議論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CMGを取り巻く市場環境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従来型リサーチ市場はAI・XMプラットフォームの台頭でシュリンク局面へ。プラットフォームへの転換が急務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定量調査のセルフ化加速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Qualtrics等のXMプラットフォームが国内でも拡大。従来の受託アドホック調査のシェアが低下局面に入っている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定性調査にも「速さ×深さ」要求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FGI・IDIの結果を待つ余裕がなくなり、リアルタイムに近い意思決定インサイトが求められている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AIが調査設計を代替し始めた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CMG社内検証でも「10年のリサーチャーと同水準の調査設計」をAIが実現。高付加価値領域のAI代替が現実化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リードタイムへの圧力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調査企画から納品まで7ステップ以上・数週間を要する現状に対し、クライアントの意思決定スピードは加速。構造的なミスマッチ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CMGの戦略的方向性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受託リサーチからリサーチ・プラットフォームへ。クライアントの意思決定全プロセスを自動化する「国産XM」を目指す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コンパウンドプロダクト戦略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「秋雲（セルフアンケート）」「リサーチャー向けプロダクト（プロト完成）」「顧客ポータル」を統合したプラットフォームへ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調査プロセスの自動化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現状7ステップ（課題認識→仮説化→調査設計→配信→回収→分析→レポート）を「設計確認」「結果確認」の2ステップに圧縮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グループ30社への横展開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子会社30社にわたるグループ会社のナレッジ・データを統合し、横断的な競争優位を構築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収益モデルの転換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単発受託（数十万〜100万円）からSaaSプラットフォーム型の継続収益へ。クライアントの自走化を支援する新たなマネタイズ軸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CMGの現場課題：音声データ周辺のボトルネック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調査の最上流「会議・ブリーフィング」のデータが構造化されないまま失われ、下流全体の品質とスピードを制約している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会議データが分断・消滅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商品企画会議・クライアントブリーフィングはGoogle Meet等で実施されるが、音声データは蓄積されず意思決定の文脈が失われる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調査設計の属人化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録音→文字起こし→分析→コーディングの各工程が担当者依存。品質・スピードにばらつきが生じている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調査票の質が不安定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マーケター・新規事業担当はリサーチの専門家ではないため、聞きたいことが適切に質問化できていないケースが多い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上流の意思決定のベクトルズレ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部長以上が求めるインサイトと、下流で設計された調査票のベクトルがずれて納品されるケースが頻発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協業で実現する「音声起点リサーチ自動化フロー」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会議の音声データをNottaが構造化し、CMGの調査設計AIに渡すことで、ミーティング終了即・調査設計完成を実現する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STEP 1｜音声取得・構造化（Notta）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クライアントの商品企画会議・ブリーフィングをNottaで録音→高精度日本語ASRで文字起こし→話者分離・要約・示唆抽出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STEP 2｜調査設計AI連携（CMG）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Nottaが出力したテキスト/JSONをCMGの調査設計AIに渡し、調査手法・設問・分岐ロジックを自動生成。人間は「承認」のみ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STEP 3｜配信・回収（CMG「秋雲」等）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設計済みアンケートをMA/秋雲で自動配信。N数確保・回収も自動化。インターフェースはCMGの既存サービスをそのまま活用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STEP 4｜レポート・意思決定（クライアント）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回答データからLLMがレポートのたたき台を自動生成。クライアントが確認・意思決定→次の企画サイクルへ即座に移行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ユーザーセグメント別の価値提供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85%の「自動化ニーズ」層と15%の「コントロールニーズ」層に対し、テンプレートとカスタム設定で対応を分ける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85%｜マーケター・新規事業担当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調査のプロではない層。「目的・背景・経緯を入力したら調査設計が自動完成」を求める。テンプレート化されたフローで完全自動化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15%｜リサーチャー・コンサル上位層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仮説検証のプロ。LLMのアウトプットに対して自ら仮説を立てて検証したい。Nottaブレインのプロンプトカスタマイズで対応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Notta側のプロンプトテンプレ活用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CMGリサーチャーが設計済みのプロンプトテンプレートをNottaブレインに組み込み、アウトプットの方向性・粒度を標準化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過去データによる品質担保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CMGが保有する過去調査テキストデータをRAG的に活用。「同種調査ならこの設計が有効」という経験則をAIに継承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インターフェース・技術連携方針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NottaのUI/UXをそのままクライアントに提供。CMGはAPIでデータを受け取り後工程を自走させるエコシステム型連携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UI：Notta as Front-end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クライアントはNottaをそのまま使用。CMGが独自UIを開発するコストを削減し、Nottaの既存ユーザーベースもそのまま活用可能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データ連携：API/データ出力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NottaがテキストデータをAPI・JSONで出力→CMGの調査設計AI・秋雲・顧客ポータルに連携。後工程はCMG側システムが自律稼働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ハードウェアはスコープ外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Meeting Owl等のハードウェア連携はコスト・情報管理の観点から現段階ではスコープ外。ソフトウェアレイヤーで解決する方針に合意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開発スピードへの配慮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CMG側のエンジニアリソースは限定的。Notta側はAPI・SDK・プロンプトテンプレートを提供し、CMG側の実装コストを最小化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協業がもたらす競争優位性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Notta × CMGで「国産XMプラットフォーム」のファーストペンギンとなり、リサーチ業界のAI活用をリードする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CMGへのインパクト①｜新収益軸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受託リサーチのシュリンクを補完する「プラットフォームSaaS」収益を確立。クライアントの自走化を支援する新マネタイズモデル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CMGへのインパクト②｜競争優位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音声→調査→レポートの完全自動フローを業界で初めて実装。国内リサーチ業界での「AI活用ファーストペンギン」としてのプレゼンス獲得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Nottaへのインパクト①｜垂直統合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リサーチ業界への深い垂直統合。単なる文字起こしツールからリサーチバリューチェーンの中核インフラへの進化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Nottaへのインパクト②｜市場拡大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CMGの顧客基盤（事業会社マーケター・新規事業担当）への販路拡大。CMGとのジョイントソリューションで新規開拓を加速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PoC設計の方向性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数百万円規模の小さな投資で技術検証を完了し、双方がリスクを限定しながら協業の実現可能性を確認する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検証対象フロー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「会議音声 → Notta文字起こし → CMG調査設計AI → 秋雲配信」の一気通貫フローをプロトタイプ実装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CMG側の準備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・2つのプロダクト（秋雲・リサーチャー向けプロトタイプ）のデモを次回Notta側に共有
・調査設計AIの入力仕様・出力仕様を整理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Notta側の準備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・CMGユースケース向けのプロンプトテンプレート設計
・API出力フォーマット（JSON）の設計
・Nottaブレインのカスタム設定オプション整備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成功基準（KPI）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・調査設計リードタイム：現状比70%短縮
・設問品質スコア：リサーチャー評価による
・ユーザビリティ：マーケター層の操作完結率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2180FF"/>
                </a:solidFill>
                <a:latin typeface="Noto Sans"/>
              </a:rPr>
              <a:t>次のアクション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1672" cy="1371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82980"/>
            <a:ext cx="11091672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262626"/>
                </a:solidFill>
                <a:latin typeface="Noto Sans"/>
              </a:rPr>
              <a:t>4月頭のMTGまでに両社が準備を完了し、具体的なPoC設計・予算合意へ進む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【CMG】プロダクトデモ準備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秋雲・リサーチャー向けプロトタイプの画面デモをNotta側に共有。API連携の技術要件を整理（担当：岡崎様）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97380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1364" y="2061972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【Notta】PoC提案書作成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1364" y="2446020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本日の議論を踏まえたPoC設計書を作成。スコープ・工数・予算感・KPIを明記（担当：河野・奥寺）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【双方】次回MTG設定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4月第1週にPoC設計確認MTGを設定。技術担当者同士のテクニカルレビューも並行して実施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6772" y="4299966"/>
            <a:ext cx="5463540" cy="2237994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4" y="4464558"/>
            <a:ext cx="5134356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2180FF"/>
                </a:solidFill>
                <a:latin typeface="Noto Sans"/>
              </a:rPr>
              <a:t>【双方】社内稟議・予算確保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1364" y="4848606"/>
            <a:ext cx="5134356" cy="152476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262626"/>
                </a:solidFill>
                <a:latin typeface="Noto Sans"/>
              </a:rPr>
              <a:t>PoC実施に向けた社内承認プロセスを開始。Notta側は開発リソースの確保、CMG側は新規事業予算の確認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