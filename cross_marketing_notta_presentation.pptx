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冒頭で参加者の自己紹介と本日のゴール確認を行う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CMG の事業規模（年間調査件数・社員数）をヒアリングして数値を更新する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デモ動画を用意して実際の使用感を見せると効果的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各部門の担当キーパーソンへの個別訴求ポイントを準備しておく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CMG の実際の外注費・社員数を確認して数値を更新する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情報セキュリティ担当者が関与する場合は詳細資料を別途用意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パイロット部門の選定についてヒアリングを行う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CMG の規模には Business または Enterprise が最適。具体的な見積もりを次回提示予定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クロージング：本日中に担当者へトライアルアカウントを発行する旨を確認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90879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62626"/>
                </a:solidFill>
                <a:latin typeface="Noto Sans"/>
              </a:rPr>
              <a:t>Notta 導入提案書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4572000" cy="36576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90879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06060"/>
                </a:solidFill>
                <a:latin typeface="Noto Sans"/>
              </a:rPr>
              <a:t>クロスマーケティンググループ様向け
AI 文字起こし・議事録自動生成ソリューション
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本日のアジェンダ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Notta が CMG の業務効率化と情報活用をどう変えるかをご提案します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01　課題の整理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CMG が抱える会議・リサーチ業務の非効率ポイントを確認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02　Notta ソリューション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AI 文字起こし・要約・翻訳機能のご紹介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03　導入効果・ROI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時間削減・品質向上・コスト試算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04　導入ステップ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パイロット導入から全社展開までのロードマップ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CMG の現状課題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年間数千件の調査・面談で発生する「記録コスト」が業務全体の生産性を圧迫している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手動議事録の工数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1時間の面談につき平均 30〜60 分の清書時間が発生。月換算で数十時間のロス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情報の属人化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担当者が異なると記録の粒度や表現にばらつき。ナレッジ共有が困難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多言語対応コスト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海外クライアント案件での翻訳依頼に都度コストが発生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データ活用の機会損失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録音・テキストが整備されていないため、過去案件のインサイト再利用ができていない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Notta 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世界 100 カ国・700 万ユーザーが利用する、音声→テキスト→インサイト変換の AI プラットフォーム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リアルタイム文字起こし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Zoom / Teams / Google Meet と連携。話しながらその場でテキスト化。精度 95% 以上（日本語）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AI 要約・議事録生成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会議終了後 1 分で要約・アクションアイテム・決定事項を自動抽出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58 言語対応・翻訳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日英中韓など 58 言語の文字起こし・翻訳に対応。グローバル案件もワンストップ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チーム共有・検索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全録音・テキストをクラウド保管。キーワード検索で過去案件を即座に参照可能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CMG × Notta：主な活用シーン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リサーチ・営業・コーポレートの全部門で導入効果が見込める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定性調査（FGI・IDI）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インタビュー音声を自動文字起こし→コーダー工数を大幅削減。テープ起こし外注費の内製化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クライアント面談・提案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商談録音→要約を即日共有。営業レポート作成時間を 70% 削減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社内会議・プロジェクト管理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議事録の作成・共有・検索を自動化。情報共有ミスをゼロに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海外案件・グローバル連携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多言語文字起こしで海外クライアントとのコミュニケーションコストを削減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導入効果・ROI シミュレーション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100 名導入で年間約 2,400 時間・1,200 万円相当の工数削減効果が見込める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議事録作成工数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1人あたり月 4 時間削減 × 100名 = 月 400 時間削減
（時給 5,000 円換算で月 200 万円相当）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テープ起こし外注費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年間外注費の最大 80% を内製化。
仮に年 300 万円の外注費なら → 240 万円削減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翻訳コスト削減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AI 翻訳機能活用で翻訳依頼件数を 50% 削減。
年間 100 万円規模のコスト圧縮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Notta 年間費用（試算）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Business プラン：¥2,200/月/名 × 100名
= 年間 264 万円
→ ROI は初年度から黒字化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セキュリティ・コンプライアンス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機密性の高いリサーチデータも安心して預けられるエンタープライズグレードのセキュリティ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データ暗号化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転送・保存ともに AES-256 暗号化。通信は TLS 1.2 以上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アクセス制御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ロールベースアクセス管理（RBAC）。部門・プロジェクト単位での権限設定が可能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個人情報保護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GDPR・個人情報保護法に準拠。データの保存地域（日本/米国）を選択可能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SOC2 Type II 認証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第三者機関によるセキュリティ監査済み。エンタープライズ契約では NDA・DPA も締結可能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導入ステップ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最短 2 週間のパイロットから始め、3 ヶ月で全社展開を実現するロードマップ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Phase 1｜パイロット導入（〜1ヶ月）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対象部門 10〜20 名でトライアル実施。使用感・業務フィット確認。導入サポート・トレーニング提供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Phase 2｜効果測定・最適化（2ヶ月目）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KPI（時間削減・満足度）を計測。ワークフロー・テンプレートをカスタマイズ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Phase 3｜全社展開（3ヶ月目〜）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全部門へのロールアウト。IT 部門との SSO / API 連携。管理者研修の実施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プラン・価格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チーム規模と用途に合わせた柔軟なプランで、スモールスタートから全社展開まで対応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Pro プラン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¥2,200 / 月（年払い）
文字起こし 1,800 分/月
個人利用・小規模チーム向け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Business プラン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¥3,300 / 月（年払い）
文字起こし 無制限
チーム管理・SSO・優先サポート付き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Enterprise プラン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カスタム価格
専任 CSM・SLA 保証
オンプレ対応・API 連携・カスタム機能開発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次のステップ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まずは無料トライアルでリサーチ現場での効果を実感してください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無料トライアル申込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14 日間・全機能無料トライアル。クレジットカード不要。
本日中にアカウント発行可能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0728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5320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パイロット設計ミーティング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5320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トライアル対象部門・KPI・ユースケースを確定する打合せを来週設定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2816" y="1897380"/>
            <a:ext cx="3587496" cy="46405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7408" y="2061972"/>
            <a:ext cx="325831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技術・セキュリティレビュー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7408" y="2446020"/>
            <a:ext cx="3258312" cy="39273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IT / 情報セキュリティ部門向けの詳細資料・Q&amp;A セッションを別途実施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