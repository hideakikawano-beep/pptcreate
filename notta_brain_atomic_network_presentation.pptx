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クレジット数値は公式値の月1,000クレジットに修正。ローンチ表記は2025年12月β版／2026年1月正式リリースに精緻化。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GIJIROKU（オルツ）は2025年10月31日でサービス終了のため競合表から除外。「不可逆」「摩擦ゼロ」表現は緩和済。各社AI戦略は今後変化する可能性あり。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「不可逆スイッチングコスト」→「実質的なスイッチングコスト」に緩和。IT・調達部門の事実確認に耐えるよう、認証・データ主権・エクスポート可否を脚注レベルから本文に格上げ。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90879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62626"/>
                </a:solidFill>
                <a:latin typeface="Noto Sans"/>
              </a:rPr>
              <a:t>Notta Brain アトミックネットワーク戦略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4572000" cy="36576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90879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06060"/>
                </a:solidFill>
                <a:latin typeface="Noto Sans"/>
              </a:rPr>
              <a:t>個人の便利 → チームの当たり前 → 組織の意思決定資産（修正版 / 2026年5月時点）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Phase 1｜単独利用フェーズ：個人の記憶補助としてのBrain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「会議の記憶を、自分のために。」あなたの過去の会議は、もう探さなくていい。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シーン設定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1人のユーザーが、自分が参加した会議の議事録をNotta上に蓄積し、Brainで複数議事録を横断して質問する段階。まだチーム共有もされていない、純粋な個人ツールとしての利用フェーズ。Notta Brainは2025年12月にβ版開始、2026年1月に正式リリースされた、横断質問・横断分析を可能にする音声ファーストAIエージェント。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Brainへの問いかけ例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・明日の〇〇社との商談、過去3回分の議事録から論点と先方の関心領域をおさらいして
・先週の上司との1on1で、自分が持ち帰ったアクションアイテムは？
・直近1ヶ月の自分の会議で、繰り返し話題に上がっているキーワードを抽出して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無料で始められる初期設計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月1,000クレジットの無料枠（ナレッジQ&amp;A 10回/月相当）／クレジットカード不要登録。AIテキスト回答無制限・画像/スライド生成5回/月・インターネット検索無制限・ストレージ5GB。本格利用はプレミアム（月1,980円）または法人プランへのアップグレードを想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戦略的意義（コールドスタートの起点）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ネットワーク未成立でも価値が立つ、Andrew Chenが論じる single-player utility（単独利用価値）の段階。Brainの月1,000クレジット無料枠は、初期試用障壁を限りなくゼロに近づける設計。個人が自分のためにBrainを使い続けることが、次フェーズへの前提条件となる。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Phase 2｜チーム共有フェーズ：記録者と参照者を繋ぐBrain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「会議に出ていない人にも、出ていた人と同じ情報を。」議事録は、もう読まなくていい。"聞ける"から。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シーン設定 / アトミックネットワーク形成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3〜6名のチームがワークスペースを共有し、Brainがチームの共通記憶として機能する段階。記録者（会議参加者）と参照者（欠席者・上司・新規参画メンバー）の分離が成立。Andrew Chen『The Cold Start Problem』のSlack初期事例「3人で安定するチームが顧客の最小単位」と同じ規模感がNottaのチームワークスペースでも観察される。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Brainへの問いかけ例（参照者の役割別）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【欠席したマネージャー】今朝のチーム定例、田中さんが反対していた論点と最終的な着地は？
【新規参画メンバー】このプロジェクトで未解決のままのIssueと背景は？
【他部署のステークホルダー】先月のクライアントPJレビューで挙がった追加要望を優先度順に整理して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差別化の構造（摩擦の低減）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カレンダー連携と自動Bot入室による録音が「記録の摩擦」を最小化し、Brainの横断質問が「参照の摩擦」を根本的に低減する。両者が同時に成立した瞬間に「使い続ける」動機が確立し、これがatomic network（自走的に成長できる最小ネットワーク）形成の必要条件となる。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競合との位置取り（2026年5月時点）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国内主要AI議事録サービス（Rimo Voice／Otolio／toruno／ACES Meet／YOMEL）の主力AI機能はいずれも1議事録単位の要約・チャットに留まり、複数議事録を跨ぐ自然言語横断質問体験は提供されていない。Notta固有のポジション（出典：各社公式サイト・ヘルプセンター・プレスリリース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Phase 3｜組織資産フェーズ：全社ナレッジエンジンとしてのBrain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「組織の議事録は、すでに答えを知っている。」会議の記憶が、経営の意思決定を変える。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シーン設定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全社で議事録が蓄積され、Brainが部署横断・期間横断の質問に答える段階。個別のチーム単位アトミックネットワークが連結し、組織全体が一つの巨大ナレッジネットワークとして機能し始める。議事録レイクから経営／営業／PdM／CS／HRへ、問いと回答が放射状に流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Brainへの問いかけ例（3レイヤー）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【経営企画】直近1年の役員会議で、海外展開について議論された内容を時系列で要約
【プロダクト企画】CS全顧客MTGから〇〇機能への要望を抽出して優先度順に
【営業推進】今期商談で競合A社と比較され失注した案件に共通する反対理由は？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戦略的意義（実質的なロックイン）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議事録が「会議の副産物」から「組織の意思決定資産」へポジション変化。蓄積量に比例して実質的なスイッチングコスト（新規ツールへの乗り換え時の文脈再構築コスト）が増大し、Brainは「記録ツール」から「組織の情報基盤」へ役割を変える。アトミックネットワーク戦略の終着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セキュリティ / データポータビリティ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ISO 27001／SOC 2 Type II／APPI準拠、東京リージョンのデータセンターでホスティング。AI学習にユーザーデータは使用しない。議事録はTXT/DOCX/PDF/SRT/XLSX形式でエクスポート可能（Pro/Business/Enterpriseプラン）。データ主権は顧客側に保持され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