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90879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62626"/>
                </a:solidFill>
                <a:latin typeface="Noto Sans"/>
              </a:rPr>
              <a:t>Notta × クロス・マーケティンググループ
協業提案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4572000" cy="36576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90879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06060"/>
                </a:solidFill>
                <a:latin typeface="Noto Sans"/>
              </a:rPr>
              <a:t>音声データ活用によるマーケティングDXプラットフォーム構築
2026年3月　Notta株式会社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現状課題と変革の方向性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7プロセスを2つの意思決定ポイントへ。受託モデルの縮小に先行し、プラットフォームビジネスへの転換を目指す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現状：7つのプロセスに人手が介在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企画会議 → 課題化 → 仮説化
→ 調査設計 → 配信 → 回収 → レポート
各工程で人が介在し属人化。
「最初の意思決定者の意図」が
下流で歪むことが頻発。
リードタイム：数週間〜1ヶ月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変革後：意思決定は2ポイントのみ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会議終了 → 調査設計自動生成
↓
【意思決定①】設計内容を確認
↓
アンケート自動配信・回収
↓
【意思決定②】レポートを確認
85%のユーザーは中間プロセス不要。
リードタイム：会議当日に設計完了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なぜ今か：外部環境の変化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・外資系XMプラットフォームの台頭
　（Qualtrics等）が国内市場を浸食
・AIが10年のリサーチャーと
　同等の調査設計を実現しつつある
・受託型アドホックビジネスの
　シュリンクは不可避
→ 国産XMプラットフォームの
　 ファーストペンギンになる機会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システム全体像（1枚図解）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「会議が終わった瞬間に調査設計が完成している」世界。NottaがデータをAPIで渡し、調査設計AIが自動で後工程を完結させる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11091672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107624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データフロー全体図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10762488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【顧客企業】              【Notta専用環境】              【クロス・マーケティング】
商品企画会議              ① 音声取得・文字起こし           ④ 調査設計AI
Zoom / Meet   ─音声→    ② 話者識別・構造化JSON生成  ─API→ （秋雲 / リサーチャー向け）
                          ③ Webhook通知                   ⑤ アンケート自動配信
                             (summary.completed)           ⑥ 結果レポート生成
          ↑                                                        ↑
    【意思決定①】                                           【意思決定②】
     設計内容の確認                                          レポートの確認
─── 旧フロー：企画→課題化→仮説化→調査設計→配信→回収→レポート（7プロセス・数週間）───
─── 新フロー：会議終了 ─────────────────────────────── レポート受領（2ポイントのみ）───
【連携方式】
・UIはNottaをそのまま利用（ユーザーへの追加学習コスト最小）
・データ連携はNotta API経由でクロスMG調査設計AIへ自動送信
・メタデータ（project_id）でノートとプロジェクトを自動紐づけ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調査設計AIへの連携データ設計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Nottaが渡すのは「生テキスト」ではなく「構造化された文脈情報」。4段階のプロンプトチェーンで会議→設計書を自動変換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渡すデータ構造（JSON）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Notta APIの生セグメント
（speaker / start / end / text）
を前処理して以下に変換：
・meeting_metadata
　 会議日時・参加者・部門・役割
・meeting_context
　 議事の背景・目的・仮説・課題
・segmented_transcript
　 発言タイプ別分類
　（opening / hypothesis /
　  discussion / objection）
・processed_insights
　 仮説一覧・調査軸・ターゲット像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4段階プロンプトチェーン設計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STEP①【要点抽出】
　議事録 → 課題・目的・制約を構造化
STEP②【仮説検証】
　明示・潜在の仮説を検証可能な
　リサーチクエスチョン（RQ）に変換
STEP③【調査手法選定】
　RQに対して調査手法・
　サンプル要件・計測方法を設定
STEP④【設問自動生成】
　バイアス検出チェック付きで
　10〜15問の調査票をJSON出力
　→ 秋雲に直接インポート可能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2パターンのユーザーモード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【85%向け：ワンクリックモード】
目的・背景・経緯を入力
→ 全工程を自動実行
→ 調査設計書が即時生成
プロンプト例：
「背景：{background}、
対象：{target}、
目的：{purpose}をもとに
調査設計書をJSON形式で生成」
【15%向け：エキスパートモード】
仮説を自分で明示
→ 仮説検証特化の設計書を生成
→ 統計検出力の計算も付与
→ 分析計画（クロス集計等）も出力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品質担保の仕組み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① バイアス検出
　 誘導的な設問表現を自動検出
　 （「〜ではないですか？」等）
② 設問品質4チェック
　 ・一意性（曖昧でないか）
　 ・中立性（誘導がないか）
　 ・排他性（選択肢が重複しないか）
　 ・単純性（1問1概念か）
③ RAG活用（将来）
　 過去の調査データを学習させ
　「こういう設計ならこう
　 レポーティングできる」を
　 先読みして提案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開発工程・費用見積もり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3フェーズで段階的に投資。Phase1は数百万円で検証し、失敗リスクを最小化。成果確認後にMVP・プラットフォームへ拡張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Phase 1｜PoC・技術検証（6週間）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【費用目安】300万〜500万円
【スコープ】
・Notta APIセットアップ
・議事録→構造化JSONの前処理実装
・プロンプトチェーンのプロトタイプ
・秋雲との1way連携テスト
・精度・品質の初期評価
【マイルストーン】
・会議音声 → 調査設計書の
　自動生成フローを1件実証
【成果判断】
双方合意の品質基準を事前定義し
達成できればPhase 2に進行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Phase 2｜MVP・プロダクト化（3ヶ月）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【費用目安】1,500万〜2,500万円
【スコープ】
・専用Nottaワークスペース構築
・プロンプトテンプレート
　（リサーチャー製）の実装
・2システム連携
　（秋雲 + リサーチャー向け）
・Webhook完全自動化
・グループ内テスト展開（5社）
・管理者コンソール構築
【マイルストーン】
・5社での実運用開始
・7プロセス→2ポイント化の
　定量検証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Phase 3｜プラットフォーム展開（6ヶ月）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【費用目安】3,000万〜5,000万円
【スコープ】
・RAG構築
　（過去調査データの匿名化→学習）
・30社グループ全体展開
・カスタムアナリティクス
　ダッシュボード
・外販・SaaSモデル検討
・国産XMプラットフォームとして
　他社への展開ロードマップ策定
【期待ROI】
調査設計リードタイム
数週間 → 当日完了
人件費コスト削減効果を試算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クロス・マーケティンググループ専用Notta環境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通常のNottaとは別の「クロス・マーケティンググループ向けNotta」を提供。グループ30社で使える専用基盤として構築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専用ワークスペース設計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【提供イメージ】
「クロス・マーケティンググループ版Notta」
（OEM / カスタムブランド対応）
・グループ全体を管理する
　マスターワークスペース
・30社の子会社を
　サブワークスペースで分離管理
・ガバナンス設計：
　各社のノートは他社から非参照
　グループ管理者のみ横断アクセス可
・APIキーはグループ単位で発行
　連携先（秋雲 / MA等）ごとに分離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プロンプトテンプレートの標準装備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御社リサーチャーが構築した
プロンプトテンプレートを
Notta Brainに事前設定：
例）
・「商品開発会議」テンプレ
・「マーケター向け簡易設計」テンプレ
・「リサーチャー専門設計」テンプレ
ユーザーは会議の種類を選ぶだけで
最適なプロンプトが自動適用。
→「使いこなせない」を排除
→ 全社員が専門家と同水準の
　 設計書を生成できる状態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過去データ資産の活用（RAG）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クロスMGが蓄積してきた
調査データ資産をRAGとして活用：
【仕組み】
過去の調査票・レポートを
匿名化処理後にベクトルDB化
→ 新規会議の内容に類似した
　過去事例を自動参照
→「この設計ならこういう
　レポートが出やすい」を
　先読みで提案
【効果】
10年のリサーチャー経験を
AIが代替・補完
精度KPIの早期達成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グループ展開・外販への拡張性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【グループ内展開】
30社に段階的ロールアウト。
統合管理ダッシュボードで
利用状況・精度をグループ横断で可視化
【顧客企業への提供】
「会議データ → 調査設計」機能を
顧客向けプラットフォームに組み込み
新規収益軸として外販可能
【将来像：国産XMプラットフォーム】
Nottaの音声基盤 ×
クロスMGの調査基盤 を組み合わせ
日本発のXMプラットフォームとして
他社・他業種への展開を検討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推奨アクション・次のステップ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次回MTGまでに「2つのシステム理解」と「PoC予算感の合意」を完了し、Phase 1着手へ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Notta側　次回MTGまでの準備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① 御社2システムの仕様確認
   ・秋雲（セルフアンケートツール）
     のAPI仕様・JSONインポート方法
   ・リサーチャー向けプロトタイプの
     連携インターフェース確認
② 連携フローの基本設計書作成
   ・Notta → 調査設計AI間の
     データスキーマ（JSON）案
   ・Webhookイベントと
     トリガー設計のドラフト
③ Phase 1スコープ・費用の
　 提案書作成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クロスMG側　次回MTGまでの準備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① 2システムの詳細資料共有
   ・秋雲のAPI仕様書 /
     Postmanコレクション（あれば）
   ・リサーチャー向けシステムの
     プロトタイプ説明資料・デモ環境
② リサーチャーが保有する
　 プロンプトテンプレートの共有
   （テンプレート案が具体化の鍵）
③ PoC予算感の社内確認
   （目安：300万〜500万円）
   ※「お金を出してもらえると
     社内で話が通しやすい」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両社共通　合意すべき事項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【M1】Phase 1スコープ・費用合意
　→ 次回MTGで確定
【M2】JSONスキーマ・API仕様合意
　→ M1から2週間以内
【M3】プロンプトテンプレート完成
　→ リサーチャーと協働で設計
【M4】Phase 1実装・結合テスト
　→ 着手から6週間
【M5】Phase 1評価・Phase 2判断
　→ 精度KPIで合否判断
【初回キックオフ目標】
4月上旬〜中旬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